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Wonders of computer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Savra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computer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This presentation covers computer network for grade 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Detailed exploration of concept 1 related to computer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Detailed exploration of concept 2 related to computer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Detailed exploration of concept 3 related to computer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Detailed exploration of concept 4 related to computer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